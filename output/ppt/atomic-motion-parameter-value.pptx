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原子动效参数模块讲解口径：
1. 设计师 CSV 参数表是结构化动效 Token 数据源。
2. 元素和梯度是稳定可控的选择路径。
3. Value / Delay / Easing / Keyframes 映射为工程动画变量。
4. 前景层和背景层可替换，扩大动效复用范围。
5. 参数面板实时 patch iframe 预览，缩短验证成本。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UE_MASTER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1731752" cy="6446520"/>
          </a:xfrm>
          <a:prstGeom prst="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78BF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78BF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243584" cy="256032"/>
          </a:xfrm>
          <a:prstGeom prst="roundRect">
            <a:avLst>
              <a:gd name="adj" fmla="val 42857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74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Product Value Map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原子动效参数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47872" y="859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171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从设计师参数表到可复用动效组件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5216" y="12344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把动效意图结构化、工程化、可替换、可实时验证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512064"/>
            <a:ext cx="3529584" cy="822960"/>
          </a:xfrm>
          <a:prstGeom prst="roundRect">
            <a:avLst>
              <a:gd name="adj" fmla="val 15556"/>
            </a:avLst>
          </a:prstGeom>
          <a:solidFill>
            <a:srgbClr val="F5F3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6858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15400" y="603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不是随机生成动效，而是把设计规范编译成工程可运行能力。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03504" y="1847088"/>
            <a:ext cx="2176272" cy="3346704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" dist="50800" dir="2700000">
              <a:srgbClr val="A855F7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" y="2011680"/>
            <a:ext cx="512064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1031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 CSV 参数表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68096" y="2926080"/>
            <a:ext cx="1847088" cy="0"/>
          </a:xfrm>
          <a:prstGeom prst="line">
            <a:avLst/>
          </a:prstGeom>
          <a:noFill/>
          <a:ln w="12700">
            <a:solidFill>
              <a:srgbClr val="D8B4FE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1089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技术化语言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8096" y="33284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结构化动效 Token 数据源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68096" y="3968496"/>
            <a:ext cx="18470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8B4F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实际价值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914400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设计师只填参数，不必制作视频或手写代码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2802636" y="3273552"/>
            <a:ext cx="219456" cy="347472"/>
          </a:xfrm>
          <a:prstGeom prst="chevron">
            <a:avLst/>
          </a:prstGeom>
          <a:solidFill>
            <a:srgbClr val="8B5CF6">
              <a:alpha val="8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7792" y="1847088"/>
            <a:ext cx="2176272" cy="3346704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" dist="50800" dir="2700000">
              <a:srgbClr val="A855F7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72384" y="2011680"/>
            <a:ext cx="512064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21031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72384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按元素选择动效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072384" y="2926080"/>
            <a:ext cx="1847088" cy="0"/>
          </a:xfrm>
          <a:prstGeom prst="line">
            <a:avLst/>
          </a:prstGeom>
          <a:noFill/>
          <a:ln w="12700">
            <a:solidFill>
              <a:srgbClr val="D8B4FE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31089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技术化语言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072384" y="33284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元素 / 梯度 的动效索引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3072384" y="3968496"/>
            <a:ext cx="18470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8B4FE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实际价值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3218688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从自然描述降级为稳定可控的选择路径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106924" y="3273552"/>
            <a:ext cx="219456" cy="347472"/>
          </a:xfrm>
          <a:prstGeom prst="chevron">
            <a:avLst/>
          </a:prstGeom>
          <a:solidFill>
            <a:srgbClr val="8B5CF6">
              <a:alpha val="8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1847088"/>
            <a:ext cx="2176272" cy="3346704"/>
          </a:xfrm>
          <a:prstGeom prst="roundRect">
            <a:avLst>
              <a:gd name="adj" fmla="val 6723"/>
            </a:avLst>
          </a:prstGeom>
          <a:solidFill>
            <a:srgbClr val="F3E8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9050" dist="50800" dir="2700000">
              <a:srgbClr val="A855F7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76672" y="2011680"/>
            <a:ext cx="512064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1031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76672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参数驱动动效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5376672" y="2926080"/>
            <a:ext cx="1847088" cy="0"/>
          </a:xfrm>
          <a:prstGeom prst="line">
            <a:avLst/>
          </a:prstGeom>
          <a:noFill/>
          <a:ln w="12700">
            <a:solidFill>
              <a:srgbClr val="D8B4FE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1089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技术化语言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376672" y="33284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 / Delay / Easing / Keyframes 映射到 CSS 动画变量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376672" y="3968496"/>
            <a:ext cx="1847088" cy="932688"/>
          </a:xfrm>
          <a:prstGeom prst="roundRect">
            <a:avLst>
              <a:gd name="adj" fmla="val 9804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8B4FE">
                <a:alpha val="5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实际价值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5522976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动效意图可复用、可调试、可版本化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7411212" y="3273552"/>
            <a:ext cx="219456" cy="347472"/>
          </a:xfrm>
          <a:prstGeom prst="chevron">
            <a:avLst/>
          </a:prstGeom>
          <a:solidFill>
            <a:srgbClr val="8B5CF6">
              <a:alpha val="8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1847088"/>
            <a:ext cx="2176272" cy="3346704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" dist="50800" dir="2700000">
              <a:srgbClr val="A855F7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80960" y="2011680"/>
            <a:ext cx="512064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44968" y="21031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80960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前景 / 背景图层替换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7680960" y="2926080"/>
            <a:ext cx="1847088" cy="0"/>
          </a:xfrm>
          <a:prstGeom prst="line">
            <a:avLst/>
          </a:prstGeom>
          <a:noFill/>
          <a:ln w="12700">
            <a:solidFill>
              <a:srgbClr val="D8B4FE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31089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技术化语言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7680960" y="33284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参数绑定真实 DOM 图层与图片资源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7680960" y="3968496"/>
            <a:ext cx="18470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8B4FE">
                <a:alpha val="5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27264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实际价值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7827264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同一套动效可迁移到不同业务素材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9715500" y="3273552"/>
            <a:ext cx="219456" cy="347472"/>
          </a:xfrm>
          <a:prstGeom prst="chevron">
            <a:avLst/>
          </a:prstGeom>
          <a:solidFill>
            <a:srgbClr val="8B5CF6">
              <a:alpha val="8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20656" y="1847088"/>
            <a:ext cx="2176272" cy="3346704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  <a:effectLst>
            <a:outerShdw sx="100000" sy="100000" kx="0" ky="0" algn="bl" rotWithShape="0" blurRad="12700" dist="50800" dir="2700000">
              <a:srgbClr val="A855F7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985248" y="2011680"/>
            <a:ext cx="512064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49256" y="21031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985248" y="25054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实时预览与参数调整</a:t>
            </a:r>
            <a:endParaRPr lang="en-US" sz="1320" dirty="0"/>
          </a:p>
        </p:txBody>
      </p:sp>
      <p:sp>
        <p:nvSpPr>
          <p:cNvPr id="58" name="Shape 56"/>
          <p:cNvSpPr/>
          <p:nvPr/>
        </p:nvSpPr>
        <p:spPr>
          <a:xfrm>
            <a:off x="9985248" y="2926080"/>
            <a:ext cx="1847088" cy="0"/>
          </a:xfrm>
          <a:prstGeom prst="line">
            <a:avLst/>
          </a:prstGeom>
          <a:noFill/>
          <a:ln w="12700">
            <a:solidFill>
              <a:srgbClr val="D8B4FE">
                <a:alpha val="8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85248" y="310896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技术化语言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9985248" y="33284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右侧参数面板通过 patch 实时更新 iframe 预览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9985248" y="3968496"/>
            <a:ext cx="18470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8B4FE">
                <a:alpha val="5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31552" y="41330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实际价值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10131552" y="43342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181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设计师边调边看，缩短验证和沟通成本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658368" y="5632704"/>
            <a:ext cx="10881360" cy="658368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6112" y="585216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产品价值一句话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057400" y="577900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4C1D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设计师用表格定义“动效灵魂”，系统负责把参数编译成可运行、可替换、可调试、可复用的动效组件。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78BF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ai-motion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原子动效参数模块产品价值</dc:title>
  <dc:subject>原子动效参数模块产品价值</dc:subject>
  <dc:creator>Codex</dc:creator>
  <cp:lastModifiedBy>Codex</cp:lastModifiedBy>
  <cp:revision>1</cp:revision>
  <dcterms:created xsi:type="dcterms:W3CDTF">2026-06-08T09:22:35Z</dcterms:created>
  <dcterms:modified xsi:type="dcterms:W3CDTF">2026-06-08T09:22:35Z</dcterms:modified>
</cp:coreProperties>
</file>